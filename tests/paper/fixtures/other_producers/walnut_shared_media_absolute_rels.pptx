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bbfbefc09d4e82" /><Relationship Type="http://schemas.openxmlformats.org/officeDocument/2006/relationships/extended-properties" Target="/docProps/app.xml" Id="Re0bff51462e04f3d" /><Relationship Type="http://schemas.openxmlformats.org/officeDocument/2006/relationships/officeDocument" Target="/ppt/presentation.xml" Id="R04e141eade40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71dbaeee64717"/>
    <p:sldMasterId xmlns:r="http://schemas.openxmlformats.org/officeDocument/2006/relationships" id="2147483650" r:id="R59d304c4c2634839"/>
  </p:sldMasterIdLst>
  <p:notesMasterIdLst>
    <p:notesMasterId xmlns:r="http://schemas.openxmlformats.org/officeDocument/2006/relationships" r:id="Rfc88da54f3864591"/>
  </p:notesMasterIdLst>
  <p:sldIdLst>
    <p:sldId xmlns:r="http://schemas.openxmlformats.org/officeDocument/2006/relationships" id="256" r:id="R077eb893cdee4faa"/>
    <p:sldId xmlns:r="http://schemas.openxmlformats.org/officeDocument/2006/relationships" id="257" r:id="Red90f3891e9a4b0c"/>
    <p:sldId xmlns:r="http://schemas.openxmlformats.org/officeDocument/2006/relationships" id="258" r:id="Rafdba0fe811c469f"/>
    <p:sldId xmlns:r="http://schemas.openxmlformats.org/officeDocument/2006/relationships" id="259" r:id="Ra953f1fe80074809"/>
    <p:sldId xmlns:r="http://schemas.openxmlformats.org/officeDocument/2006/relationships" id="260" r:id="R21c9c526c4b14114"/>
    <p:sldId xmlns:r="http://schemas.openxmlformats.org/officeDocument/2006/relationships" id="261" r:id="R431dbbedd11f49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a68ca5c13140fe" /><Relationship Type="http://schemas.openxmlformats.org/officeDocument/2006/relationships/slideMaster" Target="/ppt/slideMasters/slideMaster1.xml" Id="R97c71dbaeee64717" /><Relationship Type="http://schemas.openxmlformats.org/officeDocument/2006/relationships/slideMaster" Target="/ppt/slideMasters/slideMaster2.xml" Id="R59d304c4c2634839" /><Relationship Type="http://schemas.openxmlformats.org/officeDocument/2006/relationships/notesMaster" Target="/ppt/notesMasters/notesMaster1.xml" Id="Rfc88da54f3864591" /><Relationship Type="http://schemas.openxmlformats.org/officeDocument/2006/relationships/presProps" Target="/ppt/presProps.xml" Id="R50c093e04be74fc3" /><Relationship Type="http://schemas.openxmlformats.org/officeDocument/2006/relationships/tableStyles" Target="/ppt/tableStyles.xml" Id="Rda1c00016580475b" /><Relationship Type="http://schemas.openxmlformats.org/officeDocument/2006/relationships/slide" Target="/ppt/slides/slide1.xml" Id="R077eb893cdee4faa" /><Relationship Type="http://schemas.openxmlformats.org/officeDocument/2006/relationships/slide" Target="/ppt/slides/slide2.xml" Id="Red90f3891e9a4b0c" /><Relationship Type="http://schemas.openxmlformats.org/officeDocument/2006/relationships/slide" Target="/ppt/slides/slide3.xml" Id="Rafdba0fe811c469f" /><Relationship Type="http://schemas.openxmlformats.org/officeDocument/2006/relationships/slide" Target="/ppt/slides/slide4.xml" Id="Ra953f1fe80074809" /><Relationship Type="http://schemas.openxmlformats.org/officeDocument/2006/relationships/slide" Target="/ppt/slides/slide5.xml" Id="R21c9c526c4b14114" /><Relationship Type="http://schemas.openxmlformats.org/officeDocument/2006/relationships/slide" Target="/ppt/slides/slide6.xml" Id="R431dbbedd11f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2df1a588694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37af0f2714b76" /><Relationship Type="http://schemas.openxmlformats.org/officeDocument/2006/relationships/notesMaster" Target="/ppt/notesMasters/notesMaster1.xml" Id="R542061ed69e446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cd8f6869cb43dd" /><Relationship Type="http://schemas.openxmlformats.org/officeDocument/2006/relationships/notesMaster" Target="/ppt/notesMasters/notesMaster1.xml" Id="Rd08b49d75578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3b460fdab841d8" /><Relationship Type="http://schemas.openxmlformats.org/officeDocument/2006/relationships/notesMaster" Target="/ppt/notesMasters/notesMaster1.xml" Id="R938ea234df2f4a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c062e144c046e3" /><Relationship Type="http://schemas.openxmlformats.org/officeDocument/2006/relationships/notesMaster" Target="/ppt/notesMasters/notesMaster1.xml" Id="R88ae3fa2d0b84c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9d49930ba74879" /><Relationship Type="http://schemas.openxmlformats.org/officeDocument/2006/relationships/notesMaster" Target="/ppt/notesMasters/notesMaster1.xml" Id="R807b40dbc99844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85870061474067" /><Relationship Type="http://schemas.openxmlformats.org/officeDocument/2006/relationships/notesMaster" Target="/ppt/notesMasters/notesMaster1.xml" Id="R09d9c9bf3f2e4b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c1143faf14c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b7f219fcbc40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5b917d24ba4a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d41a53ae9f4b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Object Plum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417EB04-EE0F-4DE6-A00A-BCAEBFC9F2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7200" y="4762500"/>
            <a:ext cx="666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Object Plum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2661268-9D0E-4121-A9ED-913EA31254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71600"/>
            <a:ext cx="11277600" cy="476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Body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Object Plum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9F079D31-A771-475A-8140-9229EA9D5C8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500" y="4953000"/>
            <a:ext cx="5143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Orphan bait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aaa4ab65c42af" /><Relationship Type="http://schemas.openxmlformats.org/officeDocument/2006/relationships/slideLayout" Target="/ppt/slideLayouts/slideLayout1.xml" Id="Rb9a4fb377965413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36ccd0c2f9b41a3" /><Relationship Type="http://schemas.openxmlformats.org/officeDocument/2006/relationships/slideLayout" Target="/ppt/slideLayouts/slideLayout2.xml" Id="R95a9856e821e406d" /><Relationship Type="http://schemas.openxmlformats.org/officeDocument/2006/relationships/slideLayout" Target="/ppt/slideLayouts/slideLayout3.xml" Id="R4ff39bbbbcfb48e0" /><Relationship Type="http://schemas.openxmlformats.org/officeDocument/2006/relationships/slideLayout" Target="/ppt/slideLayouts/slideLayout4.xml" Id="R679893bbc2e44b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4fb377965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bject Plum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95a9856e821e406d"/>
    <p:sldLayoutId xmlns:r="http://schemas.openxmlformats.org/officeDocument/2006/relationships" id="2147483652" r:id="R4ff39bbbbcfb48e0"/>
    <p:sldLayoutId xmlns:r="http://schemas.openxmlformats.org/officeDocument/2006/relationships" id="2147483653" r:id="R679893bbc2e44b32"/>
  </p:sldLayoutIdLst>
</p:sldMaster>
</file>

<file path=ppt/slideMasters/theme/theme2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1de9dd04a049ce" /><Relationship Type="http://schemas.openxmlformats.org/officeDocument/2006/relationships/notesSlide" Target="/ppt/notesSlides/notesSlide1.xml" Id="Rd231d600f20c4cd2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0603f134fbe14abd"/><Relationship Type="http://schemas.openxmlformats.org/officeDocument/2006/relationships/image" Target="/ppt/media/image.png" Id="R8e550292277947a8"/><Relationship Type="http://schemas.openxmlformats.org/officeDocument/2006/relationships/image" Target="/ppt/media/image.png" Id="R02abafe6968c41ec"/><Relationship Type="http://schemas.openxmlformats.org/officeDocument/2006/relationships/notesSlide" Target="/ppt/notesSlides/notesSlide2.xml" Id="R21824713e9ba4ca6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2a8f289b474081" /><Relationship Type="http://schemas.openxmlformats.org/officeDocument/2006/relationships/notesSlide" Target="/ppt/notesSlides/notesSlide3.xml" Id="Rf1b9b159ed4a42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53b8ff685e4e58" /><Relationship Type="http://schemas.openxmlformats.org/officeDocument/2006/relationships/chart" Target="/ppt/slides/charts/chart1.xml" Id="Rf8010a1d60e5416c" /><Relationship Type="http://schemas.openxmlformats.org/officeDocument/2006/relationships/chart" Target="/ppt/slides/charts/chart2.xml" Id="R4b2d6dac592c4340" /><Relationship Type="http://schemas.openxmlformats.org/officeDocument/2006/relationships/chart" Target="/ppt/slides/charts/chart3.xml" Id="Rc32dd9789dea47a9" /><Relationship Type="http://schemas.openxmlformats.org/officeDocument/2006/relationships/notesSlide" Target="/ppt/notesSlides/notesSlide4.xml" Id="R67efd32420d843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1efd4c62f3419e" /><Relationship Type="http://schemas.openxmlformats.org/officeDocument/2006/relationships/chart" Target="/ppt/slides/charts/chart4.xml" Id="Rb1a00913ba65462b" /><Relationship Type="http://schemas.openxmlformats.org/officeDocument/2006/relationships/chart" Target="/ppt/slides/charts/chart5.xml" Id="R42e9d1b3c4cd439e" /><Relationship Type="http://schemas.openxmlformats.org/officeDocument/2006/relationships/chart" Target="/ppt/slides/charts/chart6.xml" Id="R52ab67263adf4bcd" /><Relationship Type="http://schemas.openxmlformats.org/officeDocument/2006/relationships/notesSlide" Target="/ppt/notesSlides/notesSlide5.xml" Id="Rce5a8870b9a440fb" 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3.xml" Id="R36fa808e578b4d21"/><Relationship Type="http://schemas.openxmlformats.org/officeDocument/2006/relationships/chart" Target="/ppt/slides/charts/chart7.xml" Id="R20fe26f258f04d1b"/><Relationship Type="http://schemas.openxmlformats.org/officeDocument/2006/relationships/hyperlink" Target="https://example.com/evidence" TargetMode="External" Id="Ra3eda65725114a72"/><Relationship Type="http://schemas.openxmlformats.org/officeDocument/2006/relationships/notesSlide" Target="/ppt/notesSlides/notesSlide6.xml" Id="Rf8fab8a039d14267"/><Relationship Id="rId1" Type="http://schemas.openxmlformats.org/officeDocument/2006/relationships/slide" Target="slide4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independent-category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a.xlsx"/></Relationships>
</file>

<file path=ppt/slides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frame-b.xlsx"/></Relationships>
</file>

<file path=ppt/slides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a.xlsx"/></Relationships>
</file>

<file path=ppt/slides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shared-workbook-b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12</c:v>
              </c:pt>
              <c:pt idx="2">
                <c:v>17</c:v>
              </c:pt>
              <c:pt idx="3">
                <c:v>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9</c:v>
              </c:pt>
              <c:pt idx="2">
                <c:v>13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7</c:v>
              </c:pt>
              <c:pt idx="1">
                <c:v>8</c:v>
              </c:pt>
              <c:pt idx="2">
                <c:v>11</c:v>
              </c:pt>
              <c:pt idx="3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3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6</c:v>
              </c:pt>
              <c:pt idx="2">
                <c:v>10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  <c:externalData xmlns:ns1="http://schemas.openxmlformats.org/officeDocument/2006/relationships" ns1:id="rId1">
    <c:autoUpdate val="0"/>
  </c:externalData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ARR</c:v>
          </c:tx>
          <c:spPr>
            <a:solidFill xmlns:a="http://schemas.openxmlformats.org/drawingml/2006/main">
              <a:schemeClr val="accent2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7</c:v>
              </c:pt>
              <c:pt idx="2">
                <c:v>9</c:v>
              </c:pt>
              <c:pt idx="3">
                <c:v>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chemeClr val="tx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lt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chemeClr val="tx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lt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XY</c:v>
          </c:tx>
          <c:spPr>
            <a:ln xmlns:a="http://schemas.openxmlformats.org/drawingml/2006/main" w="19050">
              <a:solidFill>
                <a:schemeClr val="accent1"/>
              </a:solidFill>
              <a:prstDash val="solid"/>
            </a:ln>
          </c:spPr>
          <c:marker>
            <c:symbol val="circle"/>
            <c:size val="8"/>
          </c:marker>
          <c:x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numLit>
          </c:xVal>
          <c:yVal>
            <c:numLit>
              <c:formatCode>General</c:formatCode>
              <c:ptCount val="4"/>
              <c:pt idx="0">
                <c:v>2</c:v>
              </c:pt>
              <c:pt idx="1">
                <c:v>5</c:v>
              </c:pt>
              <c:pt idx="2">
                <c:v>4</c:v>
              </c:pt>
              <c:pt idx="3">
                <c:v>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 Supertitle">
            <a:extLst xmlns:a="http://schemas.openxmlformats.org/drawingml/2006/main">
              <a:ext uri="{FF2B5EF4-FFF2-40B4-BE49-F238E27FC236}">
                <a16:creationId xmlns:a16="http://schemas.microsoft.com/office/drawing/2014/main" id="{FF151EFE-23D0-4F05-96AB-F53D8C6D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VECTOR LABS</a:t>
            </a:r>
          </a:p>
        </p:txBody>
      </p:sp>
      <p:sp>
        <p:nvSpPr>
          <p:cNvPr id="2" name="Cover Headline">
            <a:extLst xmlns:a="http://schemas.openxmlformats.org/drawingml/2006/main">
              <a:ext uri="{FF2B5EF4-FFF2-40B4-BE49-F238E27FC236}">
                <a16:creationId xmlns:a16="http://schemas.microsoft.com/office/drawing/2014/main" id="{AA2DE5DC-CADC-46FE-B3DB-B718576D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Objects carry hidden relationship contracts</a:t>
            </a:r>
          </a:p>
        </p:txBody>
      </p:sp>
      <p:sp>
        <p:nvSpPr>
          <p:cNvPr id="3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B803AEFC-AD35-4176-982B-0CC9A83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Images, tables, charts, groups, and hyperlinks</a:t>
            </a:r>
          </a:p>
        </p:txBody>
      </p:sp>
    </p:spTree>
    <p:extLst>
      <p:ext uri="{BB962C8B-B14F-4D97-AF65-F5344CB8AC3E}">
        <p14:creationId xmlns:p14="http://schemas.microsoft.com/office/powerpoint/2010/main" val="199811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3688FB7A-F97C-4D58-ABE5-89497947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Two logos share bytes but not edit intent</a:t>
            </a:r>
          </a:p>
        </p:txBody>
      </p:sp>
      <p:sp>
        <p:nvSpPr>
          <p:cNvPr id="2" name="Page 2">
            <a:extLst xmlns:a="http://schemas.openxmlformats.org/drawingml/2006/main">
              <a:ext uri="{FF2B5EF4-FFF2-40B4-BE49-F238E27FC236}">
                <a16:creationId xmlns:a16="http://schemas.microsoft.com/office/drawing/2014/main" id="{3B14E675-B8FB-43B4-B357-8346B30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8" name="Shared Logo 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50292277947a8"/>
          <a:srcRect xmlns:a="http://schemas.openxmlformats.org/drawingml/2006/main" l="0" t="24967" r="0" b="2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420000">
            <a:off x="857250" y="1524000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pic>
        <p:nvPicPr>
          <p:cNvPr id="9" name="Shared Logo 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bafe6968c41ec"/>
          <a:srcRect xmlns:a="http://schemas.openxmlformats.org/drawingml/2006/main" l="0" t="24688" r="0" b="2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660000">
            <a:off x="6667500" y="1809750"/>
            <a:ext cx="34290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5" name="Image Contract">
            <a:extLst xmlns:a="http://schemas.openxmlformats.org/drawingml/2006/main">
              <a:ext uri="{FF2B5EF4-FFF2-40B4-BE49-F238E27FC236}">
                <a16:creationId xmlns:a16="http://schemas.microsoft.com/office/drawing/2014/main" id="{D914D4CF-2A60-4483-83FB-005384A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Replace A only; preserve frame, crop, mask, rotation, and B bytes.</a:t>
            </a:r>
          </a:p>
        </p:txBody>
      </p:sp>
    </p:spTree>
    <p:extLst>
      <p:ext uri="{BB962C8B-B14F-4D97-AF65-F5344CB8AC3E}">
        <p14:creationId xmlns:p14="http://schemas.microsoft.com/office/powerpoint/2010/main" val="704865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F2831A15-FB00-4B53-908F-F505F01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Merge boundaries decide legal table surgery</a:t>
            </a:r>
          </a:p>
        </p:txBody>
      </p:sp>
      <p:sp>
        <p:nvSpPr>
          <p:cNvPr id="2" name="Page 3">
            <a:extLst xmlns:a="http://schemas.openxmlformats.org/drawingml/2006/main">
              <a:ext uri="{FF2B5EF4-FFF2-40B4-BE49-F238E27FC236}">
                <a16:creationId xmlns:a16="http://schemas.microsoft.com/office/drawing/2014/main" id="{AD6B93C6-DA4D-4AC0-B989-0559133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6" name="Merged Matrix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682625">
                <a:tc gridSpan="5">
                  <a:txBody>
                    <a:bodyPr/>
                    <a:lstStyle/>
                    <a:p>
                      <a:r>
                        <a:t>FY26 regional plan</a:t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 marL="91440" marR="91440" marT="45720" marB="45720"/>
                </a:tc>
              </a:tr>
              <a:tr h="682625">
                <a:tc rowSpan="2"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/>
                </a:tc>
              </a:tr>
              <a:tr h="682625">
                <a:tc v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12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4">
            <a:extLst xmlns:a="http://schemas.openxmlformats.org/drawingml/2006/main">
              <a:ext uri="{FF2B5EF4-FFF2-40B4-BE49-F238E27FC236}">
                <a16:creationId xmlns:a16="http://schemas.microsoft.com/office/drawing/2014/main" id="{093556C4-0872-4B9A-94DB-1230C29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Independent and shared charts look identical</a:t>
            </a:r>
          </a:p>
        </p:txBody>
      </p:sp>
      <p:sp>
        <p:nvSpPr>
          <p:cNvPr id="2" name="Page 4">
            <a:extLst xmlns:a="http://schemas.openxmlformats.org/drawingml/2006/main">
              <a:ext uri="{FF2B5EF4-FFF2-40B4-BE49-F238E27FC236}">
                <a16:creationId xmlns:a16="http://schemas.microsoft.com/office/drawing/2014/main" id="{6C558946-6A4E-49B9-8534-3BEFA43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8" name="Independent Category Chart"/>
          <p:cNvGraphicFramePr/>
          <p:nvPr/>
        </p:nvGraphicFramePr>
        <p:xfrm>
          <a:off xmlns:a="http://schemas.openxmlformats.org/drawingml/2006/main" x="38100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010a1d60e5416c"/>
          </a:graphicData>
        </a:graphic>
      </p:graphicFrame>
      <p:graphicFrame>
        <p:nvGraphicFramePr>
          <p:cNvPr id="9" name="Shared Chart Frame A"/>
          <p:cNvGraphicFramePr/>
          <p:nvPr/>
        </p:nvGraphicFramePr>
        <p:xfrm>
          <a:off xmlns:a="http://schemas.openxmlformats.org/drawingml/2006/main" x="4333875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2d6dac592c4340"/>
          </a:graphicData>
        </a:graphic>
      </p:graphicFrame>
      <p:graphicFrame>
        <p:nvGraphicFramePr>
          <p:cNvPr id="10" name="Shared Chart Frame B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52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2dd9789dea47a9"/>
          </a:graphicData>
        </a:graphic>
      </p:graphicFrame>
    </p:spTree>
    <p:extLst>
      <p:ext uri="{BB962C8B-B14F-4D97-AF65-F5344CB8AC3E}">
        <p14:creationId xmlns:p14="http://schemas.microsoft.com/office/powerpoint/2010/main" val="352807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5">
            <a:extLst xmlns:a="http://schemas.openxmlformats.org/drawingml/2006/main">
              <a:ext uri="{FF2B5EF4-FFF2-40B4-BE49-F238E27FC236}">
                <a16:creationId xmlns:a16="http://schemas.microsoft.com/office/drawing/2014/main" id="{BBA1D6DC-C93A-4B2F-B6CD-77535796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Workbook ownership is separate from chart ownership</a:t>
            </a:r>
          </a:p>
        </p:txBody>
      </p:sp>
      <p:sp>
        <p:nvSpPr>
          <p:cNvPr id="2" name="Page 5">
            <a:extLst xmlns:a="http://schemas.openxmlformats.org/drawingml/2006/main">
              <a:ext uri="{FF2B5EF4-FFF2-40B4-BE49-F238E27FC236}">
                <a16:creationId xmlns:a16="http://schemas.microsoft.com/office/drawing/2014/main" id="{F3BCAA55-AEED-4D58-8E48-7E6077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8" name="Shared Workbook Chart A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a00913ba65462b"/>
          </a:graphicData>
        </a:graphic>
      </p:graphicFrame>
      <p:graphicFrame>
        <p:nvGraphicFramePr>
          <p:cNvPr id="9" name="Shared Workbook Chart B"/>
          <p:cNvGraphicFramePr/>
          <p:nvPr/>
        </p:nvGraphicFramePr>
        <p:xfrm>
          <a:off xmlns:a="http://schemas.openxmlformats.org/drawingml/2006/main" x="438150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e9d1b3c4cd439e"/>
          </a:graphicData>
        </a:graphic>
      </p:graphicFrame>
      <p:graphicFrame>
        <p:nvGraphicFramePr>
          <p:cNvPr id="10" name="Workbookless Chart"/>
          <p:cNvGraphicFramePr/>
          <p:nvPr/>
        </p:nvGraphicFramePr>
        <p:xfrm>
          <a:off xmlns:a="http://schemas.openxmlformats.org/drawingml/2006/main" x="8286750" y="1428750"/>
          <a:ext xmlns:a="http://schemas.openxmlformats.org/drawingml/2006/main" cx="342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ab67263adf4bcd"/>
          </a:graphicData>
        </a:graphic>
      </p:graphicFrame>
    </p:spTree>
    <p:extLst>
      <p:ext uri="{BB962C8B-B14F-4D97-AF65-F5344CB8AC3E}">
        <p14:creationId xmlns:p14="http://schemas.microsoft.com/office/powerpoint/2010/main" val="1580037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Title 6">
            <a:extLst xmlns:a="http://schemas.openxmlformats.org/drawingml/2006/main">
              <a:ext uri="{FF2B5EF4-FFF2-40B4-BE49-F238E27FC236}">
                <a16:creationId xmlns:a16="http://schemas.microsoft.com/office/drawing/2014/main" id="{751321B6-E7D6-4E43-A7EA-D403457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Unsupported charts and relations should refuse cleanly</a:t>
            </a:r>
          </a:p>
        </p:txBody>
      </p:sp>
      <p:sp>
        <p:nvSpPr>
          <p:cNvPr id="2" name="Page 6">
            <a:extLst xmlns:a="http://schemas.openxmlformats.org/drawingml/2006/main">
              <a:ext uri="{FF2B5EF4-FFF2-40B4-BE49-F238E27FC236}">
                <a16:creationId xmlns:a16="http://schemas.microsoft.com/office/drawing/2014/main" id="{94649A1C-3A3B-41ED-A6E9-C3BE34ED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8" name="Unsupported XY 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143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e26f258f04d1b"/>
          </a:graphicData>
        </a:graphic>
      </p:graphicFrame>
      <p:sp>
        <p:nvSpPr>
          <p:cNvPr id="4" name="External Link Shape">
            <a:extLst xmlns:a="http://schemas.openxmlformats.org/drawingml/2006/main">
              <a:ext uri="{FF2B5EF4-FFF2-40B4-BE49-F238E27FC236}">
                <a16:creationId xmlns:a16="http://schemas.microsoft.com/office/drawing/2014/main" id="{4D11EF15-AAB3-4F72-8328-52545127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u="sng">
                <a:solidFill>
                  <a:schemeClr val="tx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3eda65725114a72"/>
              </a:rPr>
              <a:t>Open supported external evidence</a:t>
            </a:r>
          </a:p>
        </p:txBody>
      </p:sp>
      <p:sp>
        <p:nvSpPr>
          <p:cNvPr id="5" name="Unsupported Relation Marker">
            <a:extLst xmlns:a="http://schemas.openxmlformats.org/drawingml/2006/main">
              <a:ext uri="{FF2B5EF4-FFF2-40B4-BE49-F238E27FC236}">
                <a16:creationId xmlns:a16="http://schemas.microsoft.com/office/drawing/2014/main" id="{8CE9D718-C2A3-465B-A6BA-91D550299B37}"/>
              </a:ext>
            </a:extLst>
            <ns0:hlinkClick xmlns:ns0="http://schemas.openxmlformats.org/drawingml/2006/main" xmlns:ns1="http://schemas.openxmlformats.org/officeDocument/2006/relationships" ns1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An internal slide relation is planted here for typed refusal tasks.</a:t>
            </a:r>
          </a:p>
        </p:txBody>
      </p:sp>
    </p:spTree>
    <p:extLst>
      <p:ext uri="{BB962C8B-B14F-4D97-AF65-F5344CB8AC3E}">
        <p14:creationId xmlns:p14="http://schemas.microsoft.com/office/powerpoint/2010/main" val="856347850"/>
      </p:ext>
    </p:extLst>
  </p:cSld>
</p:sld>
</file>

<file path=ppt/theme/theme1.xml><?xml version="1.0" encoding="utf-8"?>
<a:theme xmlns:a="http://schemas.openxmlformats.org/drawingml/2006/main" name="ChatGPT">
  <a:themeElements>
    <a:clrScheme name="Object Plum">
      <a:dk1>
        <a:srgbClr val="000000"/>
      </a:dk1>
      <a:lt1>
        <a:srgbClr val="FFFFFF"/>
      </a:lt1>
      <a:dk2>
        <a:srgbClr val="3B2F52"/>
      </a:dk2>
      <a:lt2>
        <a:srgbClr val="EDE9FE"/>
      </a:lt2>
      <a:accent1>
        <a:srgbClr val="7C3AED"/>
      </a:accent1>
      <a:accent2>
        <a:srgbClr val="C4B5FD"/>
      </a:accent2>
      <a:accent3>
        <a:srgbClr val="F59E0B"/>
      </a:accent3>
      <a:accent4>
        <a:srgbClr val="E11D48"/>
      </a:accent4>
      <a:accent5>
        <a:srgbClr val="2563EB"/>
      </a:accent5>
      <a:accent6>
        <a:srgbClr val="059669"/>
      </a:accent6>
      <a:hlink>
        <a:srgbClr val="6D28D9"/>
      </a:hlink>
      <a:folHlink>
        <a:srgbClr val="BE18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bject Plu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2026-07-13T09:28:59.0900000Z</dcterms:created>
  <dcterms:modified xsi:type="dcterms:W3CDTF">2026-07-13T09:28:59.0900000Z</dcterms:modified>
</coreProperties>
</file>