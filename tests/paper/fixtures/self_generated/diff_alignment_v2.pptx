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lignment_text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Inserted paragraph</a:t>
            </a:r>
          </a:p>
          <a:p>
            <a:r>
              <a:t>Anchor</a:t>
            </a:r>
          </a:p>
          <a:p>
            <a:r>
              <a:t>Repeated</a:t>
            </a:r>
          </a:p>
          <a:p>
            <a:r>
              <a:t>Tail</a:t>
            </a:r>
          </a:p>
        </p:txBody>
      </p:sp>
      <p:graphicFrame>
        <p:nvGraphicFramePr>
          <p:cNvPr id="3" name="alignment_table"/>
          <p:cNvGraphicFramePr>
            <a:graphicFrameLocks noGrp="1"/>
          </p:cNvGraphicFramePr>
          <p:nvPr/>
        </p:nvGraphicFramePr>
        <p:xfrm>
          <a:off x="914400" y="3200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