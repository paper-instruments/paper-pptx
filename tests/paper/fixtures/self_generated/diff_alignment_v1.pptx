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alignment_text"/>
          <p:cNvSpPr txBox="1"/>
          <p:nvPr/>
        </p:nvSpPr>
        <p:spPr>
          <a:xfrm>
            <a:off x="914400" y="914400"/>
            <a:ext cx="45720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Anchor</a:t>
            </a:r>
          </a:p>
          <a:p>
            <a:r>
              <a:t>Repeated</a:t>
            </a:r>
          </a:p>
          <a:p>
            <a:r>
              <a:t>Tail</a:t>
            </a:r>
          </a:p>
        </p:txBody>
      </p:sp>
      <p:graphicFrame>
        <p:nvGraphicFramePr>
          <p:cNvPr id="3" name="alignment_table"/>
          <p:cNvGraphicFramePr>
            <a:graphicFrameLocks noGrp="1"/>
          </p:cNvGraphicFramePr>
          <p:nvPr/>
        </p:nvGraphicFramePr>
        <p:xfrm>
          <a:off x="914400" y="3200400"/>
          <a:ext cx="54864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</a:tblGrid>
              <a:tr h="914400">
                <a:tc>
                  <a:txBody>
                    <a:bodyPr/>
                    <a:lstStyle/>
                    <a:p>
                      <a:r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Value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r>
                        <a:t>Alpha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